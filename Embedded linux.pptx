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6" r:id="rId3"/>
    <p:sldId id="268" r:id="rId4"/>
    <p:sldId id="269" r:id="rId5"/>
    <p:sldId id="282" r:id="rId6"/>
    <p:sldId id="284" r:id="rId7"/>
    <p:sldId id="285" r:id="rId8"/>
    <p:sldId id="286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C2AE83-0A2A-4481-BFA2-B976AE123FD8}" v="2" dt="2025-09-25T04:36:43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Budihal" userId="2dd2abd5e02a52ca" providerId="LiveId" clId="{4BC04F9E-99E4-4592-A73F-181AB48F63CA}"/>
    <pc:docChg chg="undo custSel addSld modSld">
      <pc:chgData name="Priyanka Budihal" userId="2dd2abd5e02a52ca" providerId="LiveId" clId="{4BC04F9E-99E4-4592-A73F-181AB48F63CA}" dt="2025-09-25T04:37:36.541" v="44" actId="14100"/>
      <pc:docMkLst>
        <pc:docMk/>
      </pc:docMkLst>
      <pc:sldChg chg="modSp mod">
        <pc:chgData name="Priyanka Budihal" userId="2dd2abd5e02a52ca" providerId="LiveId" clId="{4BC04F9E-99E4-4592-A73F-181AB48F63CA}" dt="2025-09-25T03:55:15.474" v="19" actId="255"/>
        <pc:sldMkLst>
          <pc:docMk/>
          <pc:sldMk cId="0" sldId="257"/>
        </pc:sldMkLst>
        <pc:spChg chg="mod">
          <ac:chgData name="Priyanka Budihal" userId="2dd2abd5e02a52ca" providerId="LiveId" clId="{4BC04F9E-99E4-4592-A73F-181AB48F63CA}" dt="2025-09-25T03:55:15.474" v="19" actId="255"/>
          <ac:spMkLst>
            <pc:docMk/>
            <pc:sldMk cId="0" sldId="257"/>
            <ac:spMk id="10" creationId="{00000000-0000-0000-0000-000000000000}"/>
          </ac:spMkLst>
        </pc:spChg>
        <pc:graphicFrameChg chg="modGraphic">
          <ac:chgData name="Priyanka Budihal" userId="2dd2abd5e02a52ca" providerId="LiveId" clId="{4BC04F9E-99E4-4592-A73F-181AB48F63CA}" dt="2025-09-25T03:54:53.215" v="17" actId="20577"/>
          <ac:graphicFrameMkLst>
            <pc:docMk/>
            <pc:sldMk cId="0" sldId="257"/>
            <ac:graphicFrameMk id="9" creationId="{00000000-0000-0000-0000-000000000000}"/>
          </ac:graphicFrameMkLst>
        </pc:graphicFrameChg>
      </pc:sldChg>
      <pc:sldChg chg="addSp delSp modSp new mod">
        <pc:chgData name="Priyanka Budihal" userId="2dd2abd5e02a52ca" providerId="LiveId" clId="{4BC04F9E-99E4-4592-A73F-181AB48F63CA}" dt="2025-09-25T04:37:36.541" v="44" actId="14100"/>
        <pc:sldMkLst>
          <pc:docMk/>
          <pc:sldMk cId="4222458841" sldId="286"/>
        </pc:sldMkLst>
        <pc:spChg chg="mod">
          <ac:chgData name="Priyanka Budihal" userId="2dd2abd5e02a52ca" providerId="LiveId" clId="{4BC04F9E-99E4-4592-A73F-181AB48F63CA}" dt="2025-09-25T04:35:36.423" v="30" actId="113"/>
          <ac:spMkLst>
            <pc:docMk/>
            <pc:sldMk cId="4222458841" sldId="286"/>
            <ac:spMk id="2" creationId="{62770456-A967-DB9A-C61C-0992FC57D982}"/>
          </ac:spMkLst>
        </pc:spChg>
        <pc:spChg chg="del">
          <ac:chgData name="Priyanka Budihal" userId="2dd2abd5e02a52ca" providerId="LiveId" clId="{4BC04F9E-99E4-4592-A73F-181AB48F63CA}" dt="2025-09-25T04:36:29.217" v="31"/>
          <ac:spMkLst>
            <pc:docMk/>
            <pc:sldMk cId="4222458841" sldId="286"/>
            <ac:spMk id="3" creationId="{E5AB56D3-55C7-2D65-01D4-B174F67E729C}"/>
          </ac:spMkLst>
        </pc:spChg>
        <pc:picChg chg="add mod">
          <ac:chgData name="Priyanka Budihal" userId="2dd2abd5e02a52ca" providerId="LiveId" clId="{4BC04F9E-99E4-4592-A73F-181AB48F63CA}" dt="2025-09-25T04:37:36.541" v="44" actId="14100"/>
          <ac:picMkLst>
            <pc:docMk/>
            <pc:sldMk cId="4222458841" sldId="286"/>
            <ac:picMk id="4" creationId="{A0230BA5-5A04-3FF1-7AA5-83A204C91B51}"/>
          </ac:picMkLst>
        </pc:picChg>
        <pc:picChg chg="add del mod modCrop">
          <ac:chgData name="Priyanka Budihal" userId="2dd2abd5e02a52ca" providerId="LiveId" clId="{4BC04F9E-99E4-4592-A73F-181AB48F63CA}" dt="2025-09-25T04:37:29.593" v="42" actId="1076"/>
          <ac:picMkLst>
            <pc:docMk/>
            <pc:sldMk cId="4222458841" sldId="286"/>
            <ac:picMk id="5" creationId="{D993E4BE-03F1-9734-6460-F6C809405C4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5392-CE6A-4BC4-94C0-DDCD370D2031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25392-CE6A-4BC4-94C0-DDCD370D2031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3401D-FA35-49B9-9C70-EE33DFAC9BA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643603" y="5958364"/>
            <a:ext cx="45626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Under the Guidance of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PROF. ANITHA SHIROL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3581" y="4319041"/>
            <a:ext cx="10310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121296" y="1708099"/>
            <a:ext cx="116072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EMBEDDED LINUX PROJECT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Lighting System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/>
          <p:nvPr>
            <p:extLst>
              <p:ext uri="{D42A27DB-BD31-4B8C-83A1-F6EECF244321}">
                <p14:modId xmlns:p14="http://schemas.microsoft.com/office/powerpoint/2010/main" val="1250229310"/>
              </p:ext>
            </p:extLst>
          </p:nvPr>
        </p:nvGraphicFramePr>
        <p:xfrm>
          <a:off x="1615529" y="2594690"/>
          <a:ext cx="8960939" cy="3389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3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7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4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4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Jamuna Pulapatli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02FE22BEC032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122985"/>
                  </a:ext>
                </a:extLst>
              </a:tr>
              <a:tr h="49374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Priyanka Budihal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02FE22BEC054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64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Rutuja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02FE22BEC072</a:t>
                      </a:r>
                    </a:p>
                    <a:p>
                      <a:pPr algn="just">
                        <a:buNone/>
                      </a:pP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60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Saniya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02FE22BEC081</a:t>
                      </a:r>
                    </a:p>
                    <a:p>
                      <a:pPr algn="just">
                        <a:buNone/>
                      </a:pP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60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Santoshi </a:t>
                      </a:r>
                      <a:r>
                        <a:rPr lang="en-US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Uppin</a:t>
                      </a: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02FE22BEC0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57" y="49422"/>
            <a:ext cx="11607284" cy="15221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89934"/>
            <a:ext cx="11218606" cy="766917"/>
          </a:xfrm>
        </p:spPr>
        <p:txBody>
          <a:bodyPr>
            <a:normAutofit fontScale="90000"/>
          </a:bodyPr>
          <a:lstStyle/>
          <a:p>
            <a:pPr algn="l"/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PROBLEM STATMENT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9154" y="2251587"/>
            <a:ext cx="10906098" cy="2172930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Traditional lighting consumes power even when natural daylight is available. Lack of automation results in energy wastage. There is a need for an intelligent system that automatically controls lighting based on ambient light levels to improve energy efficiency.</a:t>
            </a:r>
          </a:p>
          <a:p>
            <a:pPr algn="just"/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CE2-A199-492D-95BF-8BD1FF457610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8" name="Table 7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7447490"/>
              </p:ext>
            </p:extLst>
          </p:nvPr>
        </p:nvGraphicFramePr>
        <p:xfrm>
          <a:off x="570015" y="1386348"/>
          <a:ext cx="11141822" cy="4798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5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7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0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919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Limitations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Automated Street Lighting System Using IoT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/>
                        <a:t>ESP32 + LDR + Relay</a:t>
                      </a:r>
                      <a:r>
                        <a:rPr lang="en-US" sz="1200" dirty="0"/>
                        <a:t> hardware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/>
                        <a:t>Arduino IDE</a:t>
                      </a:r>
                      <a:r>
                        <a:rPr lang="en-US" sz="1200" dirty="0"/>
                        <a:t> coding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/>
                        <a:t>Blynk app</a:t>
                      </a:r>
                      <a:r>
                        <a:rPr lang="en-US" sz="1200" dirty="0"/>
                        <a:t> for remote monitoring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Auto ON/OFF based on light intensity</a:t>
                      </a:r>
                    </a:p>
                    <a:p>
                      <a:pPr marL="0" indent="0" algn="l">
                        <a:buFont typeface="+mj-lt"/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 energy &amp; cost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 switching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Remote monitoring/control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 lamp life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eco-friendly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Needs Wi-Fi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Small-scale demo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Sensor affected by weather/dust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Security risks in IoT</a:t>
                      </a:r>
                    </a:p>
                    <a:p>
                      <a:pPr marL="0" indent="0" algn="l">
                        <a:buFont typeface="+mj-lt"/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54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Advanced and Automatic Smart Street Light Using Dimming Control and Motion Sensor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LDR + Motion Sensor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Microcontroller (Arduino/Raspberry Pi)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Relay drivers for ON/OFF &amp; dimming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PWM adjusts brightness (20–100%) by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 energy</a:t>
                      </a:r>
                    </a:p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 maintenance cost</a:t>
                      </a:r>
                    </a:p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safety &amp; visibility</a:t>
                      </a:r>
                    </a:p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Cut light pollution</a:t>
                      </a:r>
                    </a:p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 smart city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Needs internet/communication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Higher setup cost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Sensor errors in bad weather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Scalability issues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IoT security risks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70015" y="411899"/>
            <a:ext cx="739046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CE2-A199-492D-95BF-8BD1FF457610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8E79B2-6A88-3AA5-294B-B2EE9A5832CE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4072179"/>
              </p:ext>
            </p:extLst>
          </p:nvPr>
        </p:nvGraphicFramePr>
        <p:xfrm>
          <a:off x="427775" y="856077"/>
          <a:ext cx="11141822" cy="5145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5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7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0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919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Limitations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35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Design and Implementation of a Real-Time Street Light Dimming System Based on a Hybrid Control Architecture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Hybrid control: local (sensors + microcontroller) + central (cloud).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RF motion + LDR sensors.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 err="1"/>
                        <a:t>NBIoT</a:t>
                      </a:r>
                      <a:r>
                        <a:rPr lang="en-IN" sz="1200" dirty="0"/>
                        <a:t> (UDP) for communication.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Tested with 90W LED lamps (dim/full/off).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Save energy via adaptive dimming.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Real-time response to traffic &amp; weather.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Detect &amp; locate lamp faults.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Enable continuous monitoring.</a:t>
                      </a:r>
                    </a:p>
                    <a:p>
                      <a:pPr marL="0" indent="0" algn="l">
                        <a:buFont typeface="+mj-lt"/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Dependent on </a:t>
                      </a:r>
                      <a:r>
                        <a:rPr lang="en-US" sz="1200" dirty="0" err="1"/>
                        <a:t>NBIoT</a:t>
                      </a:r>
                      <a:r>
                        <a:rPr lang="en-US" sz="1200" dirty="0"/>
                        <a:t> network.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Higher setup cost.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Sensor errors in bad weather.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Cybersecurity risks.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Tested only on small scale.</a:t>
                      </a:r>
                    </a:p>
                    <a:p>
                      <a:pPr marL="228600" indent="-228600" algn="l">
                        <a:buFont typeface="+mj-lt"/>
                        <a:buAutoNum type="arabicParenR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54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Dimmer Based Smart Street Lighting using Raspberry Pi and 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Raspberry Pi → Master controller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Arduino → Slave nodes at poles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LDR &amp; PIR sensors → detect light &amp; motion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Dimmer circuit → adjusts brightness via PWM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RF transceiver → master–slave 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Data uploaded to cloud for monitoring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 street light ON/OFF</a:t>
                      </a:r>
                    </a:p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 energy with dimming</a:t>
                      </a:r>
                    </a:p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 fault detection &amp; monitoring</a:t>
                      </a:r>
                    </a:p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 manpower and electricity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setup cost than manual systems</a:t>
                      </a:r>
                    </a:p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Weather/sensor dependency</a:t>
                      </a:r>
                    </a:p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internet/cloud connectivity</a:t>
                      </a:r>
                    </a:p>
                    <a:p>
                      <a:pPr marL="228600" indent="-2286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hardware = higher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7E27-9D7C-6955-C39B-CE1D60699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80688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 selection for the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BE6831-BE7B-6F31-BFF9-1A8CDC3C0E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6700" y="1406251"/>
            <a:ext cx="11353800" cy="5451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r>
              <a:rPr lang="en-IN" b="1" dirty="0"/>
              <a:t>We have selected Raspberry pi </a:t>
            </a:r>
          </a:p>
          <a:p>
            <a:pPr marL="0" indent="0">
              <a:buNone/>
            </a:pPr>
            <a:r>
              <a:rPr lang="en-IN" b="1" dirty="0"/>
              <a:t>Because,</a:t>
            </a:r>
          </a:p>
          <a:p>
            <a:pPr marL="0" indent="0">
              <a:buNone/>
            </a:pPr>
            <a:r>
              <a:rPr lang="en-IN" sz="1800" b="1" dirty="0"/>
              <a:t>1. Embedded Linux Platform</a:t>
            </a:r>
            <a:endParaRPr lang="en-IN" sz="1800" dirty="0"/>
          </a:p>
          <a:p>
            <a:r>
              <a:rPr lang="en-IN" sz="1800" dirty="0"/>
              <a:t>Raspberry Pi runs Raspbian (or other Linux-based OS), which allows you to run Python scripts and manage GPIO pins easily.</a:t>
            </a:r>
          </a:p>
          <a:p>
            <a:r>
              <a:rPr lang="en-IN" sz="1800" dirty="0"/>
              <a:t>You can install packages and libraries to control hardware efficiently.</a:t>
            </a:r>
          </a:p>
          <a:p>
            <a:pPr marL="0" indent="0">
              <a:buNone/>
            </a:pPr>
            <a:r>
              <a:rPr lang="en-US" sz="1800" b="1" dirty="0"/>
              <a:t>2. GPIO (General Purpose Input/Output) Pins</a:t>
            </a:r>
          </a:p>
          <a:p>
            <a:r>
              <a:rPr lang="en-US" sz="1800" dirty="0"/>
              <a:t>Can read inputs from sensors like LDR (light-dependent resistor).</a:t>
            </a:r>
          </a:p>
          <a:p>
            <a:r>
              <a:rPr lang="en-US" sz="1800" dirty="0"/>
              <a:t>Can control outputs like LEDs or relay modules for high-power lights.</a:t>
            </a:r>
            <a:endParaRPr lang="en-IN" sz="1800" dirty="0"/>
          </a:p>
          <a:p>
            <a:pPr marL="0" indent="0">
              <a:buNone/>
            </a:pPr>
            <a:r>
              <a:rPr lang="en-US" sz="1800" b="1" dirty="0"/>
              <a:t>3. IoT &amp; Networking Ready</a:t>
            </a:r>
            <a:endParaRPr lang="en-US" sz="1800" dirty="0"/>
          </a:p>
          <a:p>
            <a:r>
              <a:rPr lang="en-US" sz="1800" dirty="0"/>
              <a:t>Can connect to Wi-Fi/Ethernet to monitor or control lights remotely.</a:t>
            </a:r>
          </a:p>
          <a:p>
            <a:r>
              <a:rPr lang="en-US" sz="1800" dirty="0"/>
              <a:t>Can be extended for IoT smart home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711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3942F-AC85-2466-8347-C1A92D9FD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4F59B-9080-F21E-93E2-C97971FF4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 automation</a:t>
            </a:r>
          </a:p>
          <a:p>
            <a:r>
              <a:rPr lang="en-US" dirty="0"/>
              <a:t>Street lighting control</a:t>
            </a:r>
          </a:p>
          <a:p>
            <a:r>
              <a:rPr lang="en-US" dirty="0"/>
              <a:t>Office energy management</a:t>
            </a:r>
          </a:p>
          <a:p>
            <a:r>
              <a:rPr lang="en-US" dirty="0"/>
              <a:t>Smart city projects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963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BE20-CCE5-0BE4-4096-BDF75735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-72232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7DA0A-778A-C3A2-EF56-C1D89F421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99933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# Pin </a:t>
            </a:r>
            <a:r>
              <a:rPr lang="en-IN" sz="1400" dirty="0" err="1"/>
              <a:t>setupLDR_PIN</a:t>
            </a:r>
            <a:r>
              <a:rPr lang="en-IN" sz="1400" dirty="0"/>
              <a:t> = 18   # LDR Node A connected to GPIO18</a:t>
            </a:r>
          </a:p>
          <a:p>
            <a:pPr marL="0" indent="0">
              <a:buNone/>
            </a:pPr>
            <a:r>
              <a:rPr lang="en-IN" sz="1400" dirty="0"/>
              <a:t>LED_PIN = 17   # LED connected to GPIO17</a:t>
            </a:r>
          </a:p>
          <a:p>
            <a:pPr marL="0" indent="0">
              <a:buNone/>
            </a:pPr>
            <a:r>
              <a:rPr lang="en-IN" sz="1400" dirty="0" err="1"/>
              <a:t>GPIO.setmode</a:t>
            </a:r>
            <a:r>
              <a:rPr lang="en-IN" sz="1400" dirty="0"/>
              <a:t>(GPIO.BCM)</a:t>
            </a:r>
          </a:p>
          <a:p>
            <a:pPr marL="0" indent="0">
              <a:buNone/>
            </a:pPr>
            <a:r>
              <a:rPr lang="en-IN" sz="1400" dirty="0" err="1"/>
              <a:t>GPIO.setup</a:t>
            </a:r>
            <a:r>
              <a:rPr lang="en-IN" sz="1400" dirty="0"/>
              <a:t>(LDR_PIN, GPIO.IN)</a:t>
            </a:r>
          </a:p>
          <a:p>
            <a:pPr marL="0" indent="0">
              <a:buNone/>
            </a:pPr>
            <a:r>
              <a:rPr lang="en-IN" sz="1400" dirty="0" err="1"/>
              <a:t>GPIO.setup</a:t>
            </a:r>
            <a:r>
              <a:rPr lang="en-IN" sz="1400" dirty="0"/>
              <a:t>(LED_PIN, GPIO.OUT)</a:t>
            </a:r>
          </a:p>
          <a:p>
            <a:pPr marL="0" indent="0">
              <a:buNone/>
            </a:pPr>
            <a:r>
              <a:rPr lang="en-IN" sz="1400" dirty="0"/>
              <a:t>try:    </a:t>
            </a:r>
          </a:p>
          <a:p>
            <a:pPr marL="0" indent="0">
              <a:buNone/>
            </a:pPr>
            <a:r>
              <a:rPr lang="en-IN" sz="1400" dirty="0"/>
              <a:t>while True:        </a:t>
            </a:r>
          </a:p>
          <a:p>
            <a:pPr marL="0" indent="0">
              <a:buNone/>
            </a:pPr>
            <a:r>
              <a:rPr lang="en-IN" sz="1400" dirty="0"/>
              <a:t>if </a:t>
            </a:r>
            <a:r>
              <a:rPr lang="en-IN" sz="1400" dirty="0" err="1"/>
              <a:t>GPIO.input</a:t>
            </a:r>
            <a:r>
              <a:rPr lang="en-IN" sz="1400" dirty="0"/>
              <a:t>(LDR_PIN) == GPIO.LOW:           </a:t>
            </a:r>
          </a:p>
          <a:p>
            <a:pPr marL="0" indent="0">
              <a:buNone/>
            </a:pPr>
            <a:r>
              <a:rPr lang="en-IN" sz="1400" dirty="0"/>
              <a:t> # DARK → LED ON           </a:t>
            </a:r>
          </a:p>
          <a:p>
            <a:pPr marL="0" indent="0">
              <a:buNone/>
            </a:pPr>
            <a:r>
              <a:rPr lang="en-IN" sz="1400" dirty="0"/>
              <a:t> </a:t>
            </a:r>
            <a:r>
              <a:rPr lang="en-IN" sz="1400" dirty="0" err="1"/>
              <a:t>GPIO.output</a:t>
            </a:r>
            <a:r>
              <a:rPr lang="en-IN" sz="1400" dirty="0"/>
              <a:t>(LED_PIN, GPIO.HIGH)            </a:t>
            </a:r>
          </a:p>
          <a:p>
            <a:pPr marL="0" indent="0">
              <a:buNone/>
            </a:pPr>
            <a:r>
              <a:rPr lang="en-IN" sz="1400" dirty="0"/>
              <a:t>print("Dark detected → LED ON")       </a:t>
            </a:r>
          </a:p>
          <a:p>
            <a:pPr marL="0" indent="0">
              <a:buNone/>
            </a:pPr>
            <a:r>
              <a:rPr lang="en-IN" sz="1400" dirty="0"/>
              <a:t> else:           </a:t>
            </a:r>
          </a:p>
          <a:p>
            <a:pPr marL="0" indent="0">
              <a:buNone/>
            </a:pPr>
            <a:r>
              <a:rPr lang="en-IN" sz="1400" dirty="0"/>
              <a:t> # LIGHT → LED OFF            </a:t>
            </a:r>
          </a:p>
          <a:p>
            <a:pPr marL="0" indent="0">
              <a:buNone/>
            </a:pPr>
            <a:r>
              <a:rPr lang="en-IN" sz="1400" dirty="0" err="1"/>
              <a:t>GPIO.output</a:t>
            </a:r>
            <a:r>
              <a:rPr lang="en-IN" sz="1400" dirty="0"/>
              <a:t>(LED_PIN, GPIO.LOW)            </a:t>
            </a:r>
          </a:p>
          <a:p>
            <a:pPr marL="0" indent="0">
              <a:buNone/>
            </a:pPr>
            <a:r>
              <a:rPr lang="en-IN" sz="1400" dirty="0"/>
              <a:t>print("Light detected → LED OFF")      </a:t>
            </a:r>
          </a:p>
          <a:p>
            <a:pPr marL="0" indent="0">
              <a:buNone/>
            </a:pPr>
            <a:r>
              <a:rPr lang="en-IN" sz="1400" dirty="0"/>
              <a:t>  </a:t>
            </a:r>
            <a:r>
              <a:rPr lang="en-IN" sz="1400" dirty="0" err="1"/>
              <a:t>time.sleep</a:t>
            </a:r>
            <a:r>
              <a:rPr lang="en-IN" sz="1400" dirty="0"/>
              <a:t>(0.5)except </a:t>
            </a:r>
            <a:r>
              <a:rPr lang="en-IN" sz="1400" dirty="0" err="1"/>
              <a:t>KeyboardInterrupt</a:t>
            </a:r>
            <a:r>
              <a:rPr lang="en-IN" sz="1400" dirty="0"/>
              <a:t>:    </a:t>
            </a:r>
          </a:p>
          <a:p>
            <a:pPr marL="0" indent="0">
              <a:buNone/>
            </a:pPr>
            <a:r>
              <a:rPr lang="en-IN" sz="1400" dirty="0" err="1"/>
              <a:t>GPIO.cleanup</a:t>
            </a:r>
            <a:r>
              <a:rPr lang="en-IN" sz="14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88685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70456-A967-DB9A-C61C-0992FC57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Output: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230BA5-5A04-3FF1-7AA5-83A204C91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2664" y="1633872"/>
            <a:ext cx="4530213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93E4BE-03F1-9734-6460-F6C809405C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04" b="8986"/>
          <a:stretch>
            <a:fillRect/>
          </a:stretch>
        </p:blipFill>
        <p:spPr>
          <a:xfrm>
            <a:off x="6421831" y="1690688"/>
            <a:ext cx="4334659" cy="423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58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18794-DBF1-A1CB-18F0-4E6C373FB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1458" y="1825625"/>
            <a:ext cx="7922341" cy="241207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/>
              <a:t>                                                  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85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THANK YOU</a:t>
            </a:r>
            <a:endParaRPr lang="en-IN" sz="18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1807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54*221"/>
  <p:tag name="TABLE_ENDDRAG_RECT" val="59*48*854*22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54*221"/>
  <p:tag name="TABLE_ENDDRAG_RECT" val="59*48*854*22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732</Words>
  <Application>Microsoft Office PowerPoint</Application>
  <PresentationFormat>Widescreen</PresentationFormat>
  <Paragraphs>142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         PROBLEM STATMENT</vt:lpstr>
      <vt:lpstr>PowerPoint Presentation</vt:lpstr>
      <vt:lpstr>PowerPoint Presentation</vt:lpstr>
      <vt:lpstr>Board selection for the Project</vt:lpstr>
      <vt:lpstr>Applications</vt:lpstr>
      <vt:lpstr>Code</vt:lpstr>
      <vt:lpstr>Output: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shraddha shahapurkar</dc:creator>
  <cp:lastModifiedBy>Priyanka Budihal</cp:lastModifiedBy>
  <cp:revision>9</cp:revision>
  <dcterms:created xsi:type="dcterms:W3CDTF">2025-04-15T18:21:00Z</dcterms:created>
  <dcterms:modified xsi:type="dcterms:W3CDTF">2025-09-25T04:37:40Z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CC8BFE79208541FC9653E20F7AFE65AB_12</vt:lpwstr>
  </property>
  <property fmtid="{D5CDD505-2E9C-101B-9397-08002B2CF9AE}" pid="3" name="KSOProductBuildVer">
    <vt:lpwstr>1033-12.2.0.21179</vt:lpwstr>
  </property>
</Properties>
</file>